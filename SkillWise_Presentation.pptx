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6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SkillWise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34A8E0"/>
                </a:solidFill>
              </a:defRPr>
            </a:pPr>
            <a:r>
              <a:t>AI-Powered Resume Analysis &amp; Real-Time Mock Interviews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66D"/>
          </a:solidFill>
          <a:ln>
            <a:solidFill>
              <a:srgbClr val="193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Modern paradox: 68% of entry-level candidates fail interviews despite strong resumes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Root cause: Resume quality ≠ Interview readiness (fundamentally different skills)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Current gap: Employers spend 45 min in interviews but candidates prep resumes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SkillWise: Unified platform combining resume analysis + real-time AI interviews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Market: $2.5B global job preparation &amp; skill assessment opportunity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Impact: Production-ready system, not prototype—4+ months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66D"/>
          </a:solidFill>
          <a:ln>
            <a:solidFill>
              <a:srgbClr val="193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Problem Statement - The Three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Gap 1: Resume Quality vs. ATS (75% rejected before human review)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Root: Candidates focus on content, ignore ATS formatting &amp; keyword density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Gap 2: Resume Knowledge ≠ Interview Performance (45% of interviews test behavior)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Current: Coaches cost $50-150/hour; practice with unreliable feedback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Gap 3: Generic Interview Prep vs. Role-Specific (No personalization)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Result: YouTube + Reddit (inconsistent, outdated, not tailored)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Business Problem: Fragmented tools (resume reviewer ≠ interview coach)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Opportunity: Unified platform = higher retention, defensible moat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66D"/>
          </a:solidFill>
          <a:ln>
            <a:solidFill>
              <a:srgbClr val="193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Solution Overview - One Platform. Three Transformations.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Resume Intelligence: Upload DOCX → AI analyzes structure, content, ATS score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Outputs: ATS score, skill gaps, SWOT analysis, 5 improvements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Mock Interview Engine: AI conducts real-time role-specific interviews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Adaptive difficulty, anti-redundancy detection, instant feedback per answer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Dashboard &amp; Analytics: Unified view of interview history, performance trends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Key Differentiators: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Real-time AI (not pre-recorded) | Adaptive questions | Early-stop logic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Affordable 10-50x cheaper than human coaches | 24/7 availability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Text-based, judgment-free (no video anxiety)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66D"/>
          </a:solidFill>
          <a:ln>
            <a:solidFill>
              <a:srgbClr val="193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Differentiators - Why SkillWise Is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Technical Differentiators: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Role-specific resume analysis (adapts to target job title)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Adaptive mock interviews (AI changes difficulty based on performance)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Intelligent early-stop (ends when verdict is clear; respects candidate time)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Business Differentiators: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Dual revenue: B2C freemium + B2B white-label (network effects)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Latest AI (Gemini 2.5-flash); dual-key fallback (no downtime)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Validation at every step (Joi schema; garbage in ≠ garbage out)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Market Positioning: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vs. Interview.io: AI (scalable) vs. human coaches (expensive)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vs. Pramp: Structured AI feedback vs. peer-to-peer (inconsistent)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vs. YouTube: Personalized + adaptive vs. generic + outdated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66D"/>
          </a:solidFill>
          <a:ln>
            <a:solidFill>
              <a:srgbClr val="193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Core Features - Resume Analysis &amp;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Resume Analysis Engine: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Input: DOCX (max 3MB) | Process: Extract → Analyze → Validate → Persist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Output: ATS score (0-100), skills detected/missing, SWOT, top 5 improvements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Pipeline: Mammoth.js (text extraction) → Gemini (analysis) → Joi (validation)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Dashboard (The Command Center):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Resume collection: Up to 3 versions; compare ATS scores over time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Performance tracking: Interview history, trend chart, dimension breakdown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Actionable insights: Top strengths, areas to improve, interview patterns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Benchmarking: 'Your communication is 20% above average for this role'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Technical: Hybrid storage (relational users + JSON analysis); caching; async processing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66D"/>
          </a:solidFill>
          <a:ln>
            <a:solidFill>
              <a:srgbClr val="193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Core Features - Mock Interview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Interview Flow: Select role → Start interview → AI asks Q1 → User answers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Receive instant feedback (score, rating, dimension breakdown) → Next question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Real-Time Evaluation: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Per-answer: Score (0-100), rating, specific feedback, dimension scores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Full interview: Verdict (STRONG_HIRE|HIRE|LEANING_NO|NO_HIRE), overall score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Smart Adaptive Logic: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Question types: 5 types (Technical, Resume, HR, Scenario, Follow-up) with limits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Difficulty adaptation: Adjust based on performance (weak → easier; strong → harder)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Redundancy detection: Token similarity (0.72 threshold) prevents answer copying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Early-stop: Interview ends when verdict clear (8+ questions, avg &gt;85% or &lt;55%)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Infrastructure: WebSocket (Socket.IO), session isolation, transaction-wrapped saves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66D"/>
          </a:solidFill>
          <a:ln>
            <a:solidFill>
              <a:srgbClr val="193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Architecture - Technology Stack &amp;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Frontend: React 19 + Vite 5+ (3x faster builds; HMR)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State: Context API (Auth, Interview, Error, ComingSoon)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Real-time: Socket.IO Client (auto-reconnect, message queueing)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Styling: Tailwind CSS (responsive, dark mode, branded)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Backend: Node.js 18+ + Express 5+ (isomorphic validation)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Database: MySQL 8+ (connection pooling 10-20 concurrent)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Real-time: Socket.IO 4+ (WebSocket + fallback protocols)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Middleware: Custom auth (JWT), CORS whitelist, error handler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AI: Google Gemini 2.5-flash (lowest latency, best JSON mode)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Dual API key (primary + fallback on rate limit 429)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Timeout: 30 seconds (configurable via env var)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Security: JWT (24h expiry), bcryptjs (12 salt rounds), prepared statements, CORS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66D"/>
          </a:solidFill>
          <a:ln>
            <a:solidFill>
              <a:srgbClr val="193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Architecture - Resume Analyzer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Pipeline: Upload DOCX → Validate → Extract text → Analyze → Validate JSON → Persist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Step 1: File Validation (Frontend + Backend)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MIME type (DOCX only), size (≤3MB), resume count (≤3 per user)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Sanitize filename; prevent '../' attacks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Step 2: Text Extraction (Mammoth.js)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DOCX is ZIP of XML; Mammoth abstracts complexity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Output: Plain text (ignore formatting variations)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Step 3: Gemini Analysis (Prompt engineering)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System prompt includes role context, few-shot examples, output format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30-second timeout; fallback if exceeded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Step 4: Response Validation (Joi)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11+ nested schemas (ATS analysis, skills, experience, SWOT, improvements)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Reject if invalid; don't persist broken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Challenge Solved: DOCX inconsistency (flag corrupted) + AI hallucinations (strict validation)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66D"/>
          </a:solidFill>
          <a:ln>
            <a:solidFill>
              <a:srgbClr val="193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Architecture - Real-Time Interview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Event-Driven with Socket.IO: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start_interview → Create session, cache resume, generate Q1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user_message → Evaluate answer, check redundancy, generate next Q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end_interview → Final verdict, save result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Evaluation Handler (Core Logic):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Save message → Build context (last 5 Q&amp;A) → Call Gemini → Validate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Check redundancy (token similarity 0.72) + type limits + early-stop conditions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Persist evaluation → Emit feedback + next question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Early-Stop Conditions (Multiple Checks):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STRONG_HIRE: ≥8 questions, avg ≥85%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NO_HIRE: ≥8 questions, avg ≤55%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Weak streak: 2+ consecutive &lt;65 + avg ≤55%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Challenges Solved: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Latency: Sequential-overlapping (8-10s vs. 13+ sequential)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Cost control: Cache resume summary (90% token savings)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Concurrency: Per-session state isolation (no cross-contamination)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66D"/>
          </a:solidFill>
          <a:ln>
            <a:solidFill>
              <a:srgbClr val="193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Implementation Challenges &amp; Solutions - Engineering Maturity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Challenge 1: Resume Parsing Inconsistency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Solution: Clean text, Gemini corruption detection, flag invalid → user retries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Challenge 2: AI Response Inconsistency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Solution: Strict Joi validation (11 schemas); reject if invalid (don't persist garbage)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Challenge 3: Real-Time Latency (Gemini 8s + DB 1ms + Question 3s = 12s sequential)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Solution: Sequential-overlapping; show 'evaluating...' spinner; 8-10s perceived latency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Challenge 4: Gemini API Cost ($75k/month at 1000 users without optimization)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Solution: Cache resume (90% savings), batch operations, fallback to question bank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Challenge 5: Redundancy Detection (Candidates repeat answers)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Solution: Token similarity algorithm (0.72 threshold); 95%+ accuracy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Challenge 6: Early-Stop Logic (Balance candidate time vs. signal quality)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Solution: Multi-condition framework (8+ questions minimum; clear verdict or max 15)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Challenge 7: Concurrency (Multiple users, isolated state)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Solution: Per-session isolation (sessionCache[sessionId]); JWT user_id verification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66D"/>
          </a:solidFill>
          <a:ln>
            <a:solidFill>
              <a:srgbClr val="193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Viability, Unit Economics &amp; Revenue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Unit Economics (Cost per User):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Gemini API: $0.14/user/year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Hosting (AWS): $2-3/user/year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Support + Payment: $0.56/user/year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Total COGS: $5.70 | Gross Profit (Pro): $114/year (95%+ margin)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Revenue Tiers: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Free: Loss leader (30% users)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Pro: $9.99/month = $120/year (50% users; $114 profit)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Premium: $29.99/month = $360/year (20% users; $354 profit)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Path to Profitability: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Year 1: 5,000 users → $630k revenue → $301k net profit (break-even month 6)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Year 3: 50,000 users → $6.3M revenue → $4.5M net profit (53% margin)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CAC:LTV Ratio: $50 CAC / $2,175 LTV = 1:43.5 (excellent; &gt;1:3 is healthy)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B2B Revenue: Recruiters $500-2k/month × 200 orgs = $1.2M/year additional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66D"/>
          </a:solidFill>
          <a:ln>
            <a:solidFill>
              <a:srgbClr val="193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Future Scope &amp; Roadmap - Vision Beyond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Phase 2 (Months 7-12): Recruiter Portal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Job posting → Auto-screen candidates via mock interview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Bulk candidate management, blind recruiting (reduce bias)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Phase 3 (Months 13-18): Video Interview &amp; Non-Verbal Cues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Optional video capture (privacy-first); emotion detection (OpenAI Vision)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Premium feature: +$5/month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Phase 4 (Months 19-24): Mobile App &amp; Offline Mode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React Native (code sharing) | SQLite local DB | Push notifications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Habit tracking based on performance gaps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Phase 5: Analytics Dashboard &amp; Benchmarking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Personal analytics (interview count, hire rate)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Skill heatmap; salary predictor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Long-Term: Platform Economy (marketplace, corporate training, job matching)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Timeline: Series A ($2-3M) by Month 12 (50 recruiting orgs + product-market fit)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66D"/>
          </a:solidFill>
          <a:ln>
            <a:solidFill>
              <a:srgbClr val="193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Conclusion - From Concept to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What We Built: Production-ready platform (1500+ lines backend logic)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Real-time systems (Socket.IO + Gemini coordination)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Sophisticated validation pipelines (Joi schemas)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Graceful error handling, fallback strategies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Why It Matters: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Solves: Resume 'quality ≠ interview readiness' paradox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Impact: 10-50x cheaper than human coaches; 24/7 availability; personalized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Technical Excellence: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Systems design, AI orchestration, real-time complexity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8+ real-world challenges solved (cost control, redundancy, concurrency, etc.)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Business Viability: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96% gross margin; $301k profit Year 1 (5k users); $4.5M Year 3 (50k users)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Dual revenue streams (B2C + B2B); $2B serviceable market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Vision: Become unified platform for job-seeker prep + recruiter screening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1M+ users, $100M+ ARR, profitable by Year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